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6"/>
  </p:notesMasterIdLst>
  <p:handoutMasterIdLst>
    <p:handoutMasterId r:id="rId7"/>
  </p:handoutMasterIdLst>
  <p:sldIdLst>
    <p:sldId id="257" r:id="rId2"/>
    <p:sldId id="258" r:id="rId3"/>
    <p:sldId id="259" r:id="rId4"/>
    <p:sldId id="260" r:id="rId5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965AF"/>
    <a:srgbClr val="2E466A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Objects="1">
      <p:cViewPr varScale="1">
        <p:scale>
          <a:sx n="110" d="100"/>
          <a:sy n="110" d="100"/>
        </p:scale>
        <p:origin x="-16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6EC4E2-312E-40CA-BB73-669C39065786}" type="datetimeFigureOut">
              <a:rPr lang="ru-RU" smtClean="0"/>
              <a:pPr/>
              <a:t>04.09.2024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106B20-E780-4CC1-ADA5-D4276F431C2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782F07-21A8-452B-830F-6F275006A33E}" type="datetimeFigureOut">
              <a:rPr lang="ru-RU" smtClean="0"/>
              <a:pPr/>
              <a:t>04.09.2024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92CC7F-4B8F-4971-B02C-4E99B9754DDA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D23D1-D7DC-4591-8B16-454534D8710C}" type="datetime1">
              <a:rPr lang="ru-RU" smtClean="0"/>
              <a:pPr/>
              <a:t>04.09.2024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02DAA-37A7-4574-9524-5D7BADAEC38D}" type="datetime1">
              <a:rPr lang="ru-RU" smtClean="0"/>
              <a:pPr/>
              <a:t>04.09.2024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DC9B3-8FFD-42E5-B7EB-F0940352A9D4}" type="datetime1">
              <a:rPr lang="ru-RU" smtClean="0"/>
              <a:pPr/>
              <a:t>04.09.2024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A867B-E5FE-4FC4-865B-32A2D9C963E5}" type="datetime1">
              <a:rPr lang="ru-RU" smtClean="0"/>
              <a:pPr/>
              <a:t>04.09.2024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69ADF-A8B4-4D2F-917B-437CC9B9A1C8}" type="datetime1">
              <a:rPr lang="ru-RU" smtClean="0"/>
              <a:pPr/>
              <a:t>04.09.2024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66561-EB4D-4AD2-8019-9E2996AD71FD}" type="datetime1">
              <a:rPr lang="ru-RU" smtClean="0"/>
              <a:pPr/>
              <a:t>04.09.2024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FF0B72-E5A1-44E1-A9DB-C9806E27F32C}" type="datetime1">
              <a:rPr lang="ru-RU" smtClean="0"/>
              <a:pPr/>
              <a:t>04.09.2024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EB9199-4694-42D0-8B18-C4941EBE0C8D}" type="datetime1">
              <a:rPr lang="ru-RU" smtClean="0"/>
              <a:pPr/>
              <a:t>04.09.2024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8FB2B-9458-442D-9586-942FF85D3874}" type="datetime1">
              <a:rPr lang="ru-RU" smtClean="0"/>
              <a:pPr/>
              <a:t>04.09.2024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D026C-C2E1-4D4B-B1B4-784E50A3B18B}" type="datetime1">
              <a:rPr lang="ru-RU" smtClean="0"/>
              <a:pPr/>
              <a:t>04.09.2024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F9F9B1-6C1D-4F32-95AA-811C294F742E}" type="datetime1">
              <a:rPr lang="ru-RU" smtClean="0"/>
              <a:pPr/>
              <a:t>04.09.2024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A55F98-5148-4E11-98BB-6DE8AF8901CE}" type="datetime1">
              <a:rPr lang="ru-RU" smtClean="0"/>
              <a:pPr/>
              <a:t>04.09.2024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u-RU"/>
              <a:t>____________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793251-9A28-40A8-A22D-0F67443F6B26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7809165" y="6237312"/>
            <a:ext cx="655171" cy="620688"/>
          </a:xfrm>
        </p:spPr>
        <p:txBody>
          <a:bodyPr/>
          <a:lstStyle/>
          <a:p>
            <a:pPr algn="ctr"/>
            <a:fld id="{17793251-9A28-40A8-A22D-0F67443F6B26}" type="slidenum">
              <a:rPr lang="ru-RU" smtClean="0">
                <a:solidFill>
                  <a:srgbClr val="0965AF"/>
                </a:solidFill>
                <a:latin typeface="Franklin Gothic Book" pitchFamily="34" charset="0"/>
              </a:rPr>
              <a:pPr algn="ctr"/>
              <a:t>1</a:t>
            </a:fld>
            <a:endParaRPr lang="ru-RU" dirty="0">
              <a:solidFill>
                <a:srgbClr val="0965AF"/>
              </a:solidFill>
              <a:latin typeface="Franklin Gothic Book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7809165" y="6237312"/>
            <a:ext cx="655171" cy="620688"/>
          </a:xfrm>
        </p:spPr>
        <p:txBody>
          <a:bodyPr/>
          <a:lstStyle/>
          <a:p>
            <a:pPr algn="ctr"/>
            <a:fld id="{17793251-9A28-40A8-A22D-0F67443F6B26}" type="slidenum">
              <a:rPr lang="ru-RU" smtClean="0">
                <a:solidFill>
                  <a:srgbClr val="0965AF"/>
                </a:solidFill>
                <a:latin typeface="Franklin Gothic Book" pitchFamily="34" charset="0"/>
              </a:rPr>
              <a:pPr algn="ctr"/>
              <a:t>2</a:t>
            </a:fld>
            <a:endParaRPr lang="ru-RU" dirty="0">
              <a:solidFill>
                <a:srgbClr val="0965AF"/>
              </a:solidFill>
              <a:latin typeface="Franklin Gothic Book" pitchFamily="34" charset="0"/>
            </a:endParaRPr>
          </a:p>
        </p:txBody>
      </p:sp>
      <p:sp>
        <p:nvSpPr>
          <p:cNvPr id="10" name="Заголовок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7809165" y="6237312"/>
            <a:ext cx="655171" cy="620688"/>
          </a:xfrm>
        </p:spPr>
        <p:txBody>
          <a:bodyPr/>
          <a:lstStyle/>
          <a:p>
            <a:pPr algn="ctr"/>
            <a:fld id="{17793251-9A28-40A8-A22D-0F67443F6B26}" type="slidenum">
              <a:rPr lang="ru-RU" smtClean="0">
                <a:solidFill>
                  <a:srgbClr val="0965AF"/>
                </a:solidFill>
                <a:latin typeface="Franklin Gothic Book" pitchFamily="34" charset="0"/>
              </a:rPr>
              <a:pPr algn="ctr"/>
              <a:t>3</a:t>
            </a:fld>
            <a:endParaRPr lang="ru-RU" dirty="0">
              <a:solidFill>
                <a:srgbClr val="0965AF"/>
              </a:solidFill>
              <a:latin typeface="Franklin Gothic Book" pitchFamily="34" charset="0"/>
            </a:endParaRPr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7809165" y="6237312"/>
            <a:ext cx="655171" cy="620688"/>
          </a:xfrm>
        </p:spPr>
        <p:txBody>
          <a:bodyPr/>
          <a:lstStyle/>
          <a:p>
            <a:pPr algn="ctr"/>
            <a:fld id="{17793251-9A28-40A8-A22D-0F67443F6B26}" type="slidenum">
              <a:rPr lang="ru-RU" smtClean="0">
                <a:solidFill>
                  <a:srgbClr val="0965AF"/>
                </a:solidFill>
                <a:latin typeface="Franklin Gothic Book" pitchFamily="34" charset="0"/>
              </a:rPr>
              <a:pPr algn="ctr"/>
              <a:t>4</a:t>
            </a:fld>
            <a:endParaRPr lang="ru-RU" dirty="0">
              <a:solidFill>
                <a:srgbClr val="0965AF"/>
              </a:solidFill>
              <a:latin typeface="Franklin Gothic Book" pitchFamily="34" charset="0"/>
            </a:endParaRPr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fua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fua">
      <a:majorFont>
        <a:latin typeface="Franklin Gothic Medium Cond"/>
        <a:ea typeface=""/>
        <a:cs typeface=""/>
      </a:majorFont>
      <a:minorFont>
        <a:latin typeface="Franklin Gothic Book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175</TotalTime>
  <Words>4</Words>
  <Application>Microsoft Office PowerPoint</Application>
  <PresentationFormat>Экран (4:3)</PresentationFormat>
  <Paragraphs>4</Paragraphs>
  <Slides>4</Slides>
  <Notes>4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5" baseType="lpstr">
      <vt:lpstr>mfua</vt:lpstr>
      <vt:lpstr>Слайд 1</vt:lpstr>
      <vt:lpstr>Слайд 2</vt:lpstr>
      <vt:lpstr>Слайд 3</vt:lpstr>
      <vt:lpstr>Слайд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Mihaiylova.Y</dc:creator>
  <cp:lastModifiedBy>User</cp:lastModifiedBy>
  <cp:revision>29</cp:revision>
  <dcterms:created xsi:type="dcterms:W3CDTF">2014-06-06T11:46:34Z</dcterms:created>
  <dcterms:modified xsi:type="dcterms:W3CDTF">2024-09-04T12:32:41Z</dcterms:modified>
</cp:coreProperties>
</file>